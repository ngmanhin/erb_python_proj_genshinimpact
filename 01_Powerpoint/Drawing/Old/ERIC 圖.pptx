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c64b5d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c64b5d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c64b5d4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c64b5d4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ce82b2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ce82b2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800" y="569638"/>
            <a:ext cx="8158500" cy="444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40" y="60600"/>
            <a:ext cx="64099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